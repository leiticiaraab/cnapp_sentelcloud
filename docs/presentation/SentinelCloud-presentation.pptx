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Int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Fonctionnal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Vue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Resul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